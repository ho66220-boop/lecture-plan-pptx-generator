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562850" cy="10696575"/>
  <p:notesSz cx="10696575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1" d="100"/>
          <a:sy n="61" d="100"/>
        </p:scale>
        <p:origin x="23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7065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7600" y="306000"/>
            <a:ext cx="1008000" cy="2520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72400" y="363600"/>
            <a:ext cx="792000" cy="17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75" b="1" dirty="0">
                <a:solidFill>
                  <a:srgbClr val="FFFFFF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{{강좌유형}}</a:t>
            </a:r>
            <a:endParaRPr lang="en-US" sz="975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512000" y="306000"/>
            <a:ext cx="1008000" cy="252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CFCFC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638000" y="370800"/>
            <a:ext cx="792000" cy="1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75" b="1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{{구분}}</a:t>
            </a:r>
            <a:endParaRPr lang="en-US" sz="975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606400" y="306000"/>
            <a:ext cx="1332000" cy="252000"/>
          </a:xfrm>
          <a:prstGeom prst="roundRect">
            <a:avLst>
              <a:gd name="adj" fmla="val 50000"/>
            </a:avLst>
          </a:prstGeom>
          <a:solidFill>
            <a:srgbClr val="ECECE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732400" y="363600"/>
            <a:ext cx="1116000" cy="17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75" b="1" dirty="0">
                <a:solidFill>
                  <a:srgbClr val="4A4A4A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{{학년}}</a:t>
            </a:r>
            <a:endParaRPr lang="en-US" sz="975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419100" y="691515"/>
            <a:ext cx="5258562" cy="19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8A8A8A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{{서브슬로건}}</a:t>
            </a:r>
            <a:endParaRPr lang="en-US" sz="105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417600" y="918000"/>
            <a:ext cx="5115600" cy="9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475" b="1" kern="0" spc="-75" dirty="0">
                <a:solidFill>
                  <a:srgbClr val="161616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{{메인제목}}</a:t>
            </a:r>
            <a:endParaRPr lang="en-US" sz="2475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715000" y="285750"/>
            <a:ext cx="1428750" cy="1428750"/>
          </a:xfrm>
          <a:prstGeom prst="roundRect">
            <a:avLst>
              <a:gd name="adj" fmla="val 9333"/>
            </a:avLst>
          </a:prstGeom>
          <a:solidFill>
            <a:srgbClr val="ECECEC"/>
          </a:solidFill>
          <a:ln w="7620">
            <a:solidFill>
              <a:srgbClr val="E3E3E3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724000" y="1447200"/>
            <a:ext cx="774000" cy="190800"/>
          </a:xfrm>
          <a:prstGeom prst="roundRect">
            <a:avLst>
              <a:gd name="adj" fmla="val 50000"/>
            </a:avLst>
          </a:prstGeom>
          <a:solidFill>
            <a:srgbClr val="232323">
              <a:alpha val="92000"/>
            </a:srgbClr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810400" y="1486800"/>
            <a:ext cx="630000" cy="15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{{과목}}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552000" y="1447200"/>
            <a:ext cx="594000" cy="190800"/>
          </a:xfrm>
          <a:prstGeom prst="roundRect">
            <a:avLst>
              <a:gd name="adj" fmla="val 50000"/>
            </a:avLst>
          </a:prstGeom>
          <a:solidFill>
            <a:srgbClr val="232323">
              <a:alpha val="92000"/>
            </a:srgbClr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638400" y="1486800"/>
            <a:ext cx="450000" cy="151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{{강사명}}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9100" y="1819275"/>
            <a:ext cx="6724650" cy="15240"/>
          </a:xfrm>
          <a:prstGeom prst="rect">
            <a:avLst/>
          </a:prstGeom>
          <a:solidFill>
            <a:srgbClr val="222222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19100" y="1949767"/>
            <a:ext cx="38100" cy="161925"/>
          </a:xfrm>
          <a:prstGeom prst="roundRect">
            <a:avLst>
              <a:gd name="adj" fmla="val 25000"/>
            </a:avLst>
          </a:prstGeom>
          <a:solidFill>
            <a:srgbClr val="1A1A1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33399" y="1939290"/>
            <a:ext cx="735449" cy="22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1616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강의개요</a:t>
            </a:r>
            <a:endParaRPr lang="en-US" sz="12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22910" y="2211705"/>
            <a:ext cx="742950" cy="293370"/>
          </a:xfrm>
          <a:prstGeom prst="rect">
            <a:avLst/>
          </a:prstGeom>
          <a:solidFill>
            <a:srgbClr val="F2F2F2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4830" y="2286000"/>
            <a:ext cx="575310" cy="1828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  <a:defRPr sz="1000"/>
            </a:pPr>
            <a:r>
              <a:rPr lang="en-US" sz="1000" b="1" dirty="0">
                <a:solidFill>
                  <a:srgbClr val="3A3A3A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개강일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165860" y="2211705"/>
            <a:ext cx="2615565" cy="293370"/>
          </a:xfrm>
          <a:prstGeom prst="rect">
            <a:avLst/>
          </a:prstGeom>
          <a:solidFill>
            <a:srgbClr val="FFFFFF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287780" y="2286000"/>
            <a:ext cx="2450192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  <a:defRPr sz="1000"/>
            </a:pPr>
            <a:r>
              <a:rPr lang="en-US" sz="1000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{{개강일}}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781425" y="2211705"/>
            <a:ext cx="742950" cy="293370"/>
          </a:xfrm>
          <a:prstGeom prst="rect">
            <a:avLst/>
          </a:prstGeom>
          <a:solidFill>
            <a:srgbClr val="F2F2F2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903345" y="2286000"/>
            <a:ext cx="575310" cy="1828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  <a:defRPr sz="1000"/>
            </a:pPr>
            <a:r>
              <a:rPr lang="en-US" sz="1000" b="1" dirty="0">
                <a:solidFill>
                  <a:srgbClr val="3A3A3A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수업 시간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24375" y="2211705"/>
            <a:ext cx="2615565" cy="293370"/>
          </a:xfrm>
          <a:prstGeom prst="rect">
            <a:avLst/>
          </a:prstGeom>
          <a:solidFill>
            <a:srgbClr val="FFFFFF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646295" y="2286000"/>
            <a:ext cx="2450192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  <a:defRPr sz="1000"/>
            </a:pPr>
            <a:r>
              <a:rPr lang="en-US" sz="1000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{{수업시간}}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22910" y="2505075"/>
            <a:ext cx="742950" cy="293370"/>
          </a:xfrm>
          <a:prstGeom prst="rect">
            <a:avLst/>
          </a:prstGeom>
          <a:solidFill>
            <a:srgbClr val="F2F2F2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4830" y="2579370"/>
            <a:ext cx="575310" cy="1828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  <a:defRPr sz="1000"/>
            </a:pPr>
            <a:r>
              <a:rPr lang="en-US" sz="1000" b="1" dirty="0">
                <a:solidFill>
                  <a:srgbClr val="3A3A3A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수강 기간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165860" y="2505075"/>
            <a:ext cx="2615565" cy="293370"/>
          </a:xfrm>
          <a:prstGeom prst="rect">
            <a:avLst/>
          </a:prstGeom>
          <a:solidFill>
            <a:srgbClr val="FFFFFF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287780" y="2579370"/>
            <a:ext cx="2450192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  <a:defRPr sz="1000"/>
            </a:pPr>
            <a:r>
              <a:rPr lang="en-US" sz="1000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{{수강기간}}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781425" y="2505075"/>
            <a:ext cx="742950" cy="293370"/>
          </a:xfrm>
          <a:prstGeom prst="rect">
            <a:avLst/>
          </a:prstGeom>
          <a:solidFill>
            <a:srgbClr val="F2F2F2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903345" y="2579370"/>
            <a:ext cx="575310" cy="1828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  <a:defRPr sz="1000"/>
            </a:pPr>
            <a:r>
              <a:rPr lang="en-US" sz="1000" b="1" dirty="0">
                <a:solidFill>
                  <a:srgbClr val="3A3A3A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보강 방법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4375" y="2505075"/>
            <a:ext cx="2615565" cy="293370"/>
          </a:xfrm>
          <a:prstGeom prst="rect">
            <a:avLst/>
          </a:prstGeom>
          <a:solidFill>
            <a:srgbClr val="FFFFFF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646295" y="2579370"/>
            <a:ext cx="2450192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  <a:defRPr sz="1000"/>
            </a:pPr>
            <a:r>
              <a:rPr lang="en-US" sz="1000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{{보강방법}}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22910" y="2798445"/>
            <a:ext cx="742950" cy="293370"/>
          </a:xfrm>
          <a:prstGeom prst="rect">
            <a:avLst/>
          </a:prstGeom>
          <a:solidFill>
            <a:srgbClr val="F2F2F2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44830" y="2872740"/>
            <a:ext cx="575310" cy="1828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  <a:defRPr sz="1000"/>
            </a:pPr>
            <a:r>
              <a:rPr lang="en-US" sz="1000" b="1" dirty="0">
                <a:solidFill>
                  <a:srgbClr val="3A3A3A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수강료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1165860" y="2798445"/>
            <a:ext cx="2615565" cy="293370"/>
          </a:xfrm>
          <a:prstGeom prst="rect">
            <a:avLst/>
          </a:prstGeom>
          <a:solidFill>
            <a:srgbClr val="FFFFFF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287780" y="2872740"/>
            <a:ext cx="2450192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  <a:defRPr sz="1000"/>
            </a:pPr>
            <a:r>
              <a:rPr lang="en-US" sz="1000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{{수강료}}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3781425" y="2798445"/>
            <a:ext cx="742950" cy="293370"/>
          </a:xfrm>
          <a:prstGeom prst="rect">
            <a:avLst/>
          </a:prstGeom>
          <a:solidFill>
            <a:srgbClr val="F2F2F2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3903345" y="2872740"/>
            <a:ext cx="575310" cy="18288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  <a:defRPr sz="1000"/>
            </a:pPr>
            <a:r>
              <a:rPr lang="en-US" sz="1000" b="1" dirty="0">
                <a:solidFill>
                  <a:srgbClr val="3A3A3A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교재 정보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4375" y="2798445"/>
            <a:ext cx="2615565" cy="293370"/>
          </a:xfrm>
          <a:prstGeom prst="rect">
            <a:avLst/>
          </a:prstGeom>
          <a:solidFill>
            <a:srgbClr val="FFFFFF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646295" y="2872740"/>
            <a:ext cx="2450192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  <a:defRPr sz="1000"/>
            </a:pPr>
            <a:r>
              <a:rPr lang="en-US" sz="1000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{{교재정보}}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419100" y="3207600"/>
            <a:ext cx="38100" cy="161925"/>
          </a:xfrm>
          <a:prstGeom prst="roundRect">
            <a:avLst>
              <a:gd name="adj" fmla="val 25000"/>
            </a:avLst>
          </a:prstGeom>
          <a:solidFill>
            <a:srgbClr val="1A1A1A"/>
          </a:solidFill>
          <a:ln/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533400" y="3196800"/>
            <a:ext cx="2032000" cy="22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1616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강의 특징 · 관리 프로그램</a:t>
            </a:r>
            <a:endParaRPr lang="en-US" sz="12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419100" y="3466800"/>
            <a:ext cx="6724650" cy="28575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419100" y="3466800"/>
            <a:ext cx="6724650" cy="9525"/>
          </a:xfrm>
          <a:prstGeom prst="rect">
            <a:avLst/>
          </a:prstGeom>
          <a:solidFill>
            <a:srgbClr val="E2E2E2"/>
          </a:solidFill>
          <a:ln/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419100" y="3466800"/>
            <a:ext cx="9525" cy="285750"/>
          </a:xfrm>
          <a:prstGeom prst="rect">
            <a:avLst/>
          </a:prstGeom>
          <a:solidFill>
            <a:srgbClr val="E2E2E2"/>
          </a:solidFill>
          <a:ln/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7136130" y="3466800"/>
            <a:ext cx="9525" cy="285750"/>
          </a:xfrm>
          <a:prstGeom prst="rect">
            <a:avLst/>
          </a:prstGeom>
          <a:solidFill>
            <a:srgbClr val="E2E2E2"/>
          </a:solidFill>
          <a:ln/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41020" y="3542400"/>
            <a:ext cx="668255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38" b="1" dirty="0">
                <a:solidFill>
                  <a:srgbClr val="3A3A3A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강의특징</a:t>
            </a:r>
            <a:endParaRPr lang="en-US" sz="938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419100" y="3751200"/>
            <a:ext cx="6724650" cy="350996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560070" y="3844800"/>
            <a:ext cx="6644450" cy="2024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  <a:defRPr sz="1000"/>
            </a:pPr>
            <a:r>
              <a:rPr lang="en-US" sz="1000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{{강의특징}}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419100" y="4208400"/>
            <a:ext cx="6724650" cy="285750"/>
          </a:xfrm>
          <a:prstGeom prst="rect">
            <a:avLst/>
          </a:prstGeom>
          <a:solidFill>
            <a:srgbClr val="F2F2F2"/>
          </a:solidFill>
          <a:ln/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419100" y="4208400"/>
            <a:ext cx="6724650" cy="9525"/>
          </a:xfrm>
          <a:prstGeom prst="rect">
            <a:avLst/>
          </a:prstGeom>
          <a:solidFill>
            <a:srgbClr val="E2E2E2"/>
          </a:solidFill>
          <a:ln/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419100" y="4208400"/>
            <a:ext cx="9525" cy="285750"/>
          </a:xfrm>
          <a:prstGeom prst="rect">
            <a:avLst/>
          </a:prstGeom>
          <a:solidFill>
            <a:srgbClr val="E2E2E2"/>
          </a:solidFill>
          <a:ln/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136130" y="4208400"/>
            <a:ext cx="9525" cy="285750"/>
          </a:xfrm>
          <a:prstGeom prst="rect">
            <a:avLst/>
          </a:prstGeom>
          <a:solidFill>
            <a:srgbClr val="E2E2E2"/>
          </a:solidFill>
          <a:ln/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541020" y="4284000"/>
            <a:ext cx="668255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38" b="1" dirty="0">
                <a:solidFill>
                  <a:srgbClr val="3A3A3A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관리 프로그램</a:t>
            </a:r>
            <a:endParaRPr lang="en-US" sz="938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64" name="Shape 62"/>
          <p:cNvSpPr/>
          <p:nvPr/>
        </p:nvSpPr>
        <p:spPr>
          <a:xfrm>
            <a:off x="419100" y="4492800"/>
            <a:ext cx="6724650" cy="350996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560070" y="4586400"/>
            <a:ext cx="6644450" cy="2024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  <a:defRPr sz="1000"/>
            </a:pPr>
            <a:r>
              <a:rPr lang="en-US" sz="1000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{{관리프로그램}}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419100" y="5824800"/>
            <a:ext cx="38100" cy="161925"/>
          </a:xfrm>
          <a:prstGeom prst="roundRect">
            <a:avLst>
              <a:gd name="adj" fmla="val 25000"/>
            </a:avLst>
          </a:prstGeom>
          <a:solidFill>
            <a:srgbClr val="1A1A1A"/>
          </a:solidFill>
          <a:ln/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533400" y="5814000"/>
            <a:ext cx="1672114" cy="22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1616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주차별 진도 계획</a:t>
            </a:r>
            <a:endParaRPr lang="en-US" sz="12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68" name="Shape 66"/>
          <p:cNvSpPr/>
          <p:nvPr/>
        </p:nvSpPr>
        <p:spPr>
          <a:xfrm>
            <a:off x="422910" y="6087600"/>
            <a:ext cx="800100" cy="297180"/>
          </a:xfrm>
          <a:prstGeom prst="rect">
            <a:avLst/>
          </a:prstGeom>
          <a:solidFill>
            <a:srgbClr val="F2F2F2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544830" y="6170400"/>
            <a:ext cx="632460" cy="167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A3A3A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주차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0" name="Shape 68"/>
          <p:cNvSpPr/>
          <p:nvPr/>
        </p:nvSpPr>
        <p:spPr>
          <a:xfrm>
            <a:off x="1223010" y="6087600"/>
            <a:ext cx="2558415" cy="297180"/>
          </a:xfrm>
          <a:prstGeom prst="rect">
            <a:avLst/>
          </a:prstGeom>
          <a:solidFill>
            <a:srgbClr val="F2F2F2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1344930" y="6170400"/>
            <a:ext cx="2391328" cy="167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A3A3A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단원 및 수업내용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2" name="Shape 70"/>
          <p:cNvSpPr/>
          <p:nvPr/>
        </p:nvSpPr>
        <p:spPr>
          <a:xfrm>
            <a:off x="3781425" y="6087600"/>
            <a:ext cx="800100" cy="297180"/>
          </a:xfrm>
          <a:prstGeom prst="rect">
            <a:avLst/>
          </a:prstGeom>
          <a:solidFill>
            <a:srgbClr val="F2F2F2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3903345" y="6170400"/>
            <a:ext cx="632460" cy="167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A3A3A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주차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4" name="Shape 72"/>
          <p:cNvSpPr/>
          <p:nvPr/>
        </p:nvSpPr>
        <p:spPr>
          <a:xfrm>
            <a:off x="4581525" y="6087600"/>
            <a:ext cx="2558415" cy="297180"/>
          </a:xfrm>
          <a:prstGeom prst="rect">
            <a:avLst/>
          </a:prstGeom>
          <a:solidFill>
            <a:srgbClr val="F2F2F2"/>
          </a:solidFill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4703445" y="6170400"/>
            <a:ext cx="2391328" cy="167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A3A3A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단원 및 수업내용</a:t>
            </a:r>
            <a:endParaRPr lang="en-US" sz="9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6" name="Shape 74"/>
          <p:cNvSpPr/>
          <p:nvPr/>
        </p:nvSpPr>
        <p:spPr>
          <a:xfrm>
            <a:off x="422910" y="6382800"/>
            <a:ext cx="800100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544830" y="6447600"/>
            <a:ext cx="632460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863" b="1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{{진도_좌_1_날짜}}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78" name="Shape 76"/>
          <p:cNvSpPr/>
          <p:nvPr/>
        </p:nvSpPr>
        <p:spPr>
          <a:xfrm>
            <a:off x="1223010" y="6382800"/>
            <a:ext cx="2558415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1344930" y="6447600"/>
            <a:ext cx="2391328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863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{{진도_좌_1_내용}}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0" name="Shape 78"/>
          <p:cNvSpPr/>
          <p:nvPr/>
        </p:nvSpPr>
        <p:spPr>
          <a:xfrm>
            <a:off x="3781425" y="6382800"/>
            <a:ext cx="800100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3903345" y="6447600"/>
            <a:ext cx="632460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863" b="1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{{진도_우_1_날짜}}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2" name="Shape 80"/>
          <p:cNvSpPr/>
          <p:nvPr/>
        </p:nvSpPr>
        <p:spPr>
          <a:xfrm>
            <a:off x="4581525" y="6382800"/>
            <a:ext cx="2558415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4703445" y="6447600"/>
            <a:ext cx="2391328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863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{{진도_우_1_내용}}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4" name="Shape 82"/>
          <p:cNvSpPr/>
          <p:nvPr/>
        </p:nvSpPr>
        <p:spPr>
          <a:xfrm>
            <a:off x="422910" y="6688800"/>
            <a:ext cx="800100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544830" y="6753600"/>
            <a:ext cx="632460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863" b="1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{{진도_좌_2_날짜}}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6" name="Shape 84"/>
          <p:cNvSpPr/>
          <p:nvPr/>
        </p:nvSpPr>
        <p:spPr>
          <a:xfrm>
            <a:off x="1223010" y="6688800"/>
            <a:ext cx="2558415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1344930" y="6753600"/>
            <a:ext cx="2391328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863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{{진도_좌_2_내용}}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88" name="Shape 86"/>
          <p:cNvSpPr/>
          <p:nvPr/>
        </p:nvSpPr>
        <p:spPr>
          <a:xfrm>
            <a:off x="3781425" y="6688800"/>
            <a:ext cx="800100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3903345" y="6753600"/>
            <a:ext cx="632460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863" b="1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{{진도_우_2_날짜}}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90" name="Shape 88"/>
          <p:cNvSpPr/>
          <p:nvPr/>
        </p:nvSpPr>
        <p:spPr>
          <a:xfrm>
            <a:off x="4581525" y="6688800"/>
            <a:ext cx="2558415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4703445" y="6753600"/>
            <a:ext cx="2391328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863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{{진도_우_2_내용}}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92" name="Shape 90"/>
          <p:cNvSpPr/>
          <p:nvPr/>
        </p:nvSpPr>
        <p:spPr>
          <a:xfrm>
            <a:off x="422910" y="6994800"/>
            <a:ext cx="800100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544830" y="7059600"/>
            <a:ext cx="632460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863" b="1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{{진도_좌_3_날짜}}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94" name="Shape 92"/>
          <p:cNvSpPr/>
          <p:nvPr/>
        </p:nvSpPr>
        <p:spPr>
          <a:xfrm>
            <a:off x="1223010" y="6994800"/>
            <a:ext cx="2558415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1344930" y="7059600"/>
            <a:ext cx="2391328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863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{{진도_좌_3_내용}}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96" name="Shape 94"/>
          <p:cNvSpPr/>
          <p:nvPr/>
        </p:nvSpPr>
        <p:spPr>
          <a:xfrm>
            <a:off x="3781425" y="6994800"/>
            <a:ext cx="800100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/>
          <p:nvPr/>
        </p:nvSpPr>
        <p:spPr>
          <a:xfrm>
            <a:off x="3903345" y="7059600"/>
            <a:ext cx="632460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863" b="1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{{진도_우_3_날짜}}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98" name="Shape 96"/>
          <p:cNvSpPr/>
          <p:nvPr/>
        </p:nvSpPr>
        <p:spPr>
          <a:xfrm>
            <a:off x="4581525" y="6994800"/>
            <a:ext cx="2558415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4703445" y="7059600"/>
            <a:ext cx="2391328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863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{{진도_우_3_내용}}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00" name="Shape 98"/>
          <p:cNvSpPr/>
          <p:nvPr/>
        </p:nvSpPr>
        <p:spPr>
          <a:xfrm>
            <a:off x="422910" y="7300800"/>
            <a:ext cx="800100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544830" y="7365600"/>
            <a:ext cx="632460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863" b="1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{{진도_좌_4_날짜}}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02" name="Shape 100"/>
          <p:cNvSpPr/>
          <p:nvPr/>
        </p:nvSpPr>
        <p:spPr>
          <a:xfrm>
            <a:off x="1223010" y="7300800"/>
            <a:ext cx="2558415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103" name="Text 101"/>
          <p:cNvSpPr/>
          <p:nvPr/>
        </p:nvSpPr>
        <p:spPr>
          <a:xfrm>
            <a:off x="1344930" y="7365600"/>
            <a:ext cx="2391328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863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{{진도_좌_4_내용}}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04" name="Shape 102"/>
          <p:cNvSpPr/>
          <p:nvPr/>
        </p:nvSpPr>
        <p:spPr>
          <a:xfrm>
            <a:off x="3781425" y="7300800"/>
            <a:ext cx="800100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105" name="Text 103"/>
          <p:cNvSpPr/>
          <p:nvPr/>
        </p:nvSpPr>
        <p:spPr>
          <a:xfrm>
            <a:off x="3903345" y="7365600"/>
            <a:ext cx="632460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863" b="1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{{진도_우_4_날짜}}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06" name="Shape 104"/>
          <p:cNvSpPr/>
          <p:nvPr/>
        </p:nvSpPr>
        <p:spPr>
          <a:xfrm>
            <a:off x="4581525" y="7300800"/>
            <a:ext cx="2558415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107" name="Text 105"/>
          <p:cNvSpPr/>
          <p:nvPr/>
        </p:nvSpPr>
        <p:spPr>
          <a:xfrm>
            <a:off x="4703445" y="7365600"/>
            <a:ext cx="2391328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863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{{진도_우_4_내용}}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08" name="Shape 106"/>
          <p:cNvSpPr/>
          <p:nvPr/>
        </p:nvSpPr>
        <p:spPr>
          <a:xfrm>
            <a:off x="422910" y="7606800"/>
            <a:ext cx="800100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109" name="Text 107"/>
          <p:cNvSpPr/>
          <p:nvPr/>
        </p:nvSpPr>
        <p:spPr>
          <a:xfrm>
            <a:off x="544830" y="7671600"/>
            <a:ext cx="632460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863" b="1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{{진도_좌_5_날짜}}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10" name="Shape 108"/>
          <p:cNvSpPr/>
          <p:nvPr/>
        </p:nvSpPr>
        <p:spPr>
          <a:xfrm>
            <a:off x="1223010" y="7606800"/>
            <a:ext cx="2558415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111" name="Text 109"/>
          <p:cNvSpPr/>
          <p:nvPr/>
        </p:nvSpPr>
        <p:spPr>
          <a:xfrm>
            <a:off x="1344930" y="7671600"/>
            <a:ext cx="2391328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863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{{진도_좌_5_내용}}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12" name="Shape 110"/>
          <p:cNvSpPr/>
          <p:nvPr/>
        </p:nvSpPr>
        <p:spPr>
          <a:xfrm>
            <a:off x="3781425" y="7606800"/>
            <a:ext cx="800100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113" name="Text 111"/>
          <p:cNvSpPr/>
          <p:nvPr/>
        </p:nvSpPr>
        <p:spPr>
          <a:xfrm>
            <a:off x="3903345" y="7671600"/>
            <a:ext cx="632460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863" b="1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{{진도_우_5_날짜}}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14" name="Shape 112"/>
          <p:cNvSpPr/>
          <p:nvPr/>
        </p:nvSpPr>
        <p:spPr>
          <a:xfrm>
            <a:off x="4581525" y="7606800"/>
            <a:ext cx="2558415" cy="3060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115" name="Text 113"/>
          <p:cNvSpPr/>
          <p:nvPr/>
        </p:nvSpPr>
        <p:spPr>
          <a:xfrm>
            <a:off x="4703445" y="7671600"/>
            <a:ext cx="2391328" cy="223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863" dirty="0">
                <a:solidFill>
                  <a:srgbClr val="2B2B2B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{{진도_우_5_내용}}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16" name="BadgePill4"/>
          <p:cNvSpPr/>
          <p:nvPr/>
        </p:nvSpPr>
        <p:spPr>
          <a:xfrm>
            <a:off x="4024800" y="306000"/>
            <a:ext cx="1188000" cy="252000"/>
          </a:xfrm>
          <a:prstGeom prst="roundRect">
            <a:avLst>
              <a:gd name="adj" fmla="val 50000"/>
            </a:avLst>
          </a:prstGeom>
          <a:solidFill>
            <a:srgbClr val="ECECEC"/>
          </a:solidFill>
          <a:ln/>
        </p:spPr>
        <p:txBody>
          <a:bodyPr/>
          <a:p/>
        </p:txBody>
      </p:sp>
      <p:sp>
        <p:nvSpPr>
          <p:cNvPr id="117" name="BadgeVal4"/>
          <p:cNvSpPr/>
          <p:nvPr/>
        </p:nvSpPr>
        <p:spPr>
          <a:xfrm>
            <a:off x="4150800" y="363600"/>
            <a:ext cx="972000" cy="176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75" b="1" dirty="0">
                <a:solidFill>
                  <a:srgbClr val="4A4A4A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{{강의형태}}</a:t>
            </a:r>
            <a:endParaRPr lang="en-US" sz="975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18" name="TbDeco"/>
          <p:cNvSpPr/>
          <p:nvPr/>
        </p:nvSpPr>
        <p:spPr>
          <a:xfrm>
            <a:off x="417600" y="4917600"/>
            <a:ext cx="39600" cy="162000"/>
          </a:xfrm>
          <a:prstGeom prst="roundRect">
            <a:avLst>
              <a:gd name="adj" fmla="val 25000"/>
            </a:avLst>
          </a:prstGeom>
          <a:solidFill>
            <a:srgbClr val="1A1A1A"/>
          </a:solidFill>
          <a:ln/>
        </p:spPr>
        <p:txBody>
          <a:bodyPr/>
          <a:p/>
        </p:txBody>
      </p:sp>
      <p:sp>
        <p:nvSpPr>
          <p:cNvPr id="119" name="TbTitle"/>
          <p:cNvSpPr/>
          <p:nvPr/>
        </p:nvSpPr>
        <p:spPr>
          <a:xfrm>
            <a:off x="532800" y="4906800"/>
            <a:ext cx="2160000" cy="21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61616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rPr>
              <a:t>교재 안내</a:t>
            </a:r>
            <a:endParaRPr lang="en-US" sz="1200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</p:txBody>
      </p:sp>
      <p:sp>
        <p:nvSpPr>
          <p:cNvPr id="120" name="TbPayBg"/>
          <p:cNvSpPr/>
          <p:nvPr/>
        </p:nvSpPr>
        <p:spPr>
          <a:xfrm>
            <a:off x="417600" y="5148000"/>
            <a:ext cx="3362400" cy="5688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121" name="TbPayTx"/>
          <p:cNvSpPr/>
          <p:nvPr/>
        </p:nvSpPr>
        <p:spPr>
          <a:xfrm>
            <a:off x="561600" y="5176800"/>
            <a:ext cx="3074400" cy="52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spcAft>
                <a:spcPts val="400"/>
              </a:spcAft>
              <a:buNone/>
              <a:defRPr sz="1000"/>
            </a:pPr>
            <a:r>
              <a:rPr sz="938" b="1"/>
              <a:t>교재 결제 방법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sz="1000"/>
              <a:t>샘플학원 홈페이지 학생 ID 로그인</a:t>
            </a:r>
          </a:p>
          <a:p>
            <a:pPr>
              <a:lnSpc>
                <a:spcPct val="150000"/>
              </a:lnSpc>
            </a:pPr>
            <a:r>
              <a:rPr sz="1000"/>
              <a:t>→ 마이페이지 → 마이샘플사이트 → 교재 구매</a:t>
            </a:r>
          </a:p>
          <a:p>
            <a:pPr>
              <a:lnSpc>
                <a:spcPct val="150000"/>
              </a:lnSpc>
            </a:pPr>
            <a:r>
              <a:rPr sz="1000"/>
              <a:t>※ 결제 확인 후 수령 가능   ※ 재원생 인증 필수</a:t>
            </a:r>
          </a:p>
          <a:p>
            <a:pPr>
              <a:lnSpc>
                <a:spcPct val="150000"/>
              </a:lnSpc>
            </a:pPr>
            <a:r>
              <a:rPr sz="1000"/>
              <a:t>※ 현장 결제 불가 (온라인 결제만 가능)</a:t>
            </a:r>
          </a:p>
        </p:txBody>
      </p:sp>
      <p:sp>
        <p:nvSpPr>
          <p:cNvPr id="122" name="TbRecvBg"/>
          <p:cNvSpPr/>
          <p:nvPr/>
        </p:nvSpPr>
        <p:spPr>
          <a:xfrm>
            <a:off x="3780000" y="5148000"/>
            <a:ext cx="3362400" cy="568800"/>
          </a:xfrm>
          <a:prstGeom prst="rect">
            <a:avLst/>
          </a:prstGeom>
          <a:ln w="7620">
            <a:solidFill>
              <a:srgbClr val="E2E2E2"/>
            </a:solidFill>
            <a:prstDash val="solid"/>
          </a:ln>
        </p:spPr>
        <p:txBody>
          <a:bodyPr/>
          <a:p/>
        </p:txBody>
      </p:sp>
      <p:sp>
        <p:nvSpPr>
          <p:cNvPr id="123" name="TbRecvTx"/>
          <p:cNvSpPr/>
          <p:nvPr/>
        </p:nvSpPr>
        <p:spPr>
          <a:xfrm>
            <a:off x="3924000" y="5176800"/>
            <a:ext cx="3074400" cy="52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spcAft>
                <a:spcPts val="400"/>
              </a:spcAft>
              <a:buNone/>
              <a:defRPr sz="1000"/>
            </a:pPr>
            <a:r>
              <a:rPr sz="938" b="1"/>
              <a:t>교재 수령 방법</a:t>
            </a:r>
            <a:endParaRPr lang="en-US" sz="863" dirty="0">
              <a:latin typeface="Pretendard Medium" panose="02000603000000020004" pitchFamily="2" charset="-127"/>
              <a:ea typeface="Pretendard Medium" panose="02000603000000020004" pitchFamily="2" charset="-127"/>
              <a:cs typeface="Pretendard Medium" panose="020006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sz="1000"/>
              <a:t>■  신규 교재 : 개강일 강의실 앞 / 개강일 이후 3층 입학처</a:t>
            </a:r>
          </a:p>
          <a:p>
            <a:pPr>
              <a:lnSpc>
                <a:spcPct val="150000"/>
              </a:lnSpc>
            </a:pPr>
            <a:r>
              <a:rPr sz="1000"/>
              <a:t>■  기존 교재 : 3층 입학처</a:t>
            </a:r>
          </a:p>
          <a:p>
            <a:pPr>
              <a:lnSpc>
                <a:spcPct val="150000"/>
              </a:lnSpc>
            </a:pPr>
            <a:r>
              <a:rPr sz="1000"/>
              <a:t>※ 미구매 시 수령 불가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412</Words>
  <Application>Microsoft Office PowerPoint</Application>
  <PresentationFormat>사용자 지정</PresentationFormat>
  <Paragraphs>68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Pretendard Medium</vt:lpstr>
      <vt:lpstr>Arial</vt:lpstr>
      <vt:lpstr>Office Theme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park jaewoo</cp:lastModifiedBy>
  <cp:revision>3</cp:revision>
  <dcterms:created xsi:type="dcterms:W3CDTF">2026-06-03T12:21:07Z</dcterms:created>
  <dcterms:modified xsi:type="dcterms:W3CDTF">2026-06-03T12:35:02Z</dcterms:modified>
</cp:coreProperties>
</file>