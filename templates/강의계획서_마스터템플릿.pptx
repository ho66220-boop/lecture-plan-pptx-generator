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3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0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7600" y="306000"/>
            <a:ext cx="1008000" cy="25200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2400" y="363600"/>
            <a:ext cx="792000" cy="1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{{강좌유형}}</a:t>
            </a:r>
            <a:endParaRPr lang="en-US" sz="975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12000" y="306000"/>
            <a:ext cx="100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CFCF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38000" y="370800"/>
            <a:ext cx="792000" cy="1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{{구분}}</a:t>
            </a:r>
            <a:endParaRPr lang="en-US" sz="975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606400" y="306000"/>
            <a:ext cx="1332000" cy="252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32400" y="363600"/>
            <a:ext cx="1116000" cy="1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{{학년}}</a:t>
            </a:r>
            <a:endParaRPr lang="en-US" sz="975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9100" y="691515"/>
            <a:ext cx="525856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{{서브슬로건}}</a:t>
            </a:r>
            <a:endParaRPr lang="en-US" sz="105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7600" y="918000"/>
            <a:ext cx="51156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75" b="1" kern="0" spc="-75" dirty="0">
                <a:solidFill>
                  <a:srgbClr val="161616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{{메인제목}}</a:t>
            </a:r>
            <a:endParaRPr lang="en-US" sz="2475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5000" y="285750"/>
            <a:ext cx="1428750" cy="1428750"/>
          </a:xfrm>
          <a:prstGeom prst="roundRect">
            <a:avLst>
              <a:gd name="adj" fmla="val 9333"/>
            </a:avLst>
          </a:prstGeom>
          <a:solidFill>
            <a:srgbClr val="ECECEC"/>
          </a:solidFill>
          <a:ln w="7620">
            <a:solidFill>
              <a:srgbClr val="E3E3E3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24000" y="1447200"/>
            <a:ext cx="774000" cy="190800"/>
          </a:xfrm>
          <a:prstGeom prst="roundRect">
            <a:avLst>
              <a:gd name="adj" fmla="val 50000"/>
            </a:avLst>
          </a:prstGeom>
          <a:solidFill>
            <a:srgbClr val="232323">
              <a:alpha val="92000"/>
            </a:srgbClr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10400" y="1486800"/>
            <a:ext cx="630000" cy="15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{{과목}}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52000" y="1447200"/>
            <a:ext cx="594000" cy="190800"/>
          </a:xfrm>
          <a:prstGeom prst="roundRect">
            <a:avLst>
              <a:gd name="adj" fmla="val 50000"/>
            </a:avLst>
          </a:prstGeom>
          <a:solidFill>
            <a:srgbClr val="232323">
              <a:alpha val="92000"/>
            </a:srgbClr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38400" y="1486800"/>
            <a:ext cx="450000" cy="15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{{강사명}}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9100" y="1819275"/>
            <a:ext cx="6724650" cy="1524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9100" y="1949767"/>
            <a:ext cx="38100" cy="161925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3399" y="1939290"/>
            <a:ext cx="73544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1616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강의개요</a:t>
            </a:r>
            <a:endParaRPr lang="en-US" sz="12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2910" y="2211705"/>
            <a:ext cx="742950" cy="29337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4830" y="2286000"/>
            <a:ext cx="57531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개강일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65860" y="2211705"/>
            <a:ext cx="2615565" cy="293370"/>
          </a:xfrm>
          <a:prstGeom prst="rect">
            <a:avLst/>
          </a:prstGeom>
          <a:solidFill>
            <a:srgbClr val="FFFFFF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87780" y="2286000"/>
            <a:ext cx="24501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{{개강일}}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81425" y="2211705"/>
            <a:ext cx="742950" cy="29337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03345" y="2286000"/>
            <a:ext cx="57531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수업 시간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24375" y="2211705"/>
            <a:ext cx="2615565" cy="293370"/>
          </a:xfrm>
          <a:prstGeom prst="rect">
            <a:avLst/>
          </a:prstGeom>
          <a:solidFill>
            <a:srgbClr val="FFFFFF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46295" y="2286000"/>
            <a:ext cx="24501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{{수업시간}}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2910" y="2505075"/>
            <a:ext cx="742950" cy="29337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4830" y="2579370"/>
            <a:ext cx="57531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수강 기간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165860" y="2505075"/>
            <a:ext cx="2615565" cy="293370"/>
          </a:xfrm>
          <a:prstGeom prst="rect">
            <a:avLst/>
          </a:prstGeom>
          <a:solidFill>
            <a:srgbClr val="FFFFFF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87780" y="2579370"/>
            <a:ext cx="24501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{{수강기간}}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81425" y="2505075"/>
            <a:ext cx="742950" cy="29337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903345" y="2579370"/>
            <a:ext cx="57531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보강 방법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24375" y="2505075"/>
            <a:ext cx="2615565" cy="293370"/>
          </a:xfrm>
          <a:prstGeom prst="rect">
            <a:avLst/>
          </a:prstGeom>
          <a:solidFill>
            <a:srgbClr val="FFFFFF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46295" y="2579370"/>
            <a:ext cx="24501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{{보강방법}}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22910" y="2798445"/>
            <a:ext cx="742950" cy="29337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4830" y="2872740"/>
            <a:ext cx="57531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수강료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165860" y="2798445"/>
            <a:ext cx="2615565" cy="293370"/>
          </a:xfrm>
          <a:prstGeom prst="rect">
            <a:avLst/>
          </a:prstGeom>
          <a:solidFill>
            <a:srgbClr val="FFFFFF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87780" y="2872740"/>
            <a:ext cx="24501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{{수강료}}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781425" y="2798445"/>
            <a:ext cx="742950" cy="29337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03345" y="2872740"/>
            <a:ext cx="57531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 정보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24375" y="2798445"/>
            <a:ext cx="2615565" cy="293370"/>
          </a:xfrm>
          <a:prstGeom prst="rect">
            <a:avLst/>
          </a:prstGeom>
          <a:solidFill>
            <a:srgbClr val="FFFFFF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46295" y="2872740"/>
            <a:ext cx="24501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{{교재정보}}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19100" y="3207600"/>
            <a:ext cx="38100" cy="161925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33400" y="3196800"/>
            <a:ext cx="20320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1616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강의 특징 · 관리 프로그램</a:t>
            </a:r>
            <a:endParaRPr lang="en-US" sz="12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19100" y="3466800"/>
            <a:ext cx="6724650" cy="28575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19100" y="3466800"/>
            <a:ext cx="6724650" cy="9525"/>
          </a:xfrm>
          <a:prstGeom prst="rect">
            <a:avLst/>
          </a:prstGeom>
          <a:solidFill>
            <a:srgbClr val="E2E2E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19100" y="3466800"/>
            <a:ext cx="9525" cy="285750"/>
          </a:xfrm>
          <a:prstGeom prst="rect">
            <a:avLst/>
          </a:prstGeom>
          <a:solidFill>
            <a:srgbClr val="E2E2E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136130" y="3466800"/>
            <a:ext cx="9525" cy="285750"/>
          </a:xfrm>
          <a:prstGeom prst="rect">
            <a:avLst/>
          </a:prstGeom>
          <a:solidFill>
            <a:srgbClr val="E2E2E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41020" y="3542400"/>
            <a:ext cx="66825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강의특징</a:t>
            </a:r>
            <a:endParaRPr lang="en-US" sz="938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19100" y="3751200"/>
            <a:ext cx="6724650" cy="350996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60070" y="3844800"/>
            <a:ext cx="664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{{강의특징}}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19100" y="4208400"/>
            <a:ext cx="6724650" cy="28575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19100" y="4208400"/>
            <a:ext cx="6724650" cy="9525"/>
          </a:xfrm>
          <a:prstGeom prst="rect">
            <a:avLst/>
          </a:prstGeom>
          <a:solidFill>
            <a:srgbClr val="E2E2E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19100" y="4208400"/>
            <a:ext cx="9525" cy="285750"/>
          </a:xfrm>
          <a:prstGeom prst="rect">
            <a:avLst/>
          </a:prstGeom>
          <a:solidFill>
            <a:srgbClr val="E2E2E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136130" y="4208400"/>
            <a:ext cx="9525" cy="285750"/>
          </a:xfrm>
          <a:prstGeom prst="rect">
            <a:avLst/>
          </a:prstGeom>
          <a:solidFill>
            <a:srgbClr val="E2E2E2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41020" y="4284000"/>
            <a:ext cx="66825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관리 프로그램</a:t>
            </a:r>
            <a:endParaRPr lang="en-US" sz="938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19100" y="4492800"/>
            <a:ext cx="6724650" cy="350996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60070" y="4586400"/>
            <a:ext cx="664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  <a:defRPr sz="1000"/>
            </a:pPr>
            <a:r>
              <a:rPr lang="en-US" sz="1000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{{관리프로그램}}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19100" y="6683320"/>
            <a:ext cx="38100" cy="161925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33400" y="6672520"/>
            <a:ext cx="167211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1616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주차별 진도 계획</a:t>
            </a:r>
            <a:endParaRPr lang="en-US" sz="12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22910" y="6946120"/>
            <a:ext cx="800100" cy="29718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44830" y="7028920"/>
            <a:ext cx="63246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주차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223010" y="6946120"/>
            <a:ext cx="2558415" cy="29718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344930" y="7028920"/>
            <a:ext cx="23913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단원 및 수업내용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3781425" y="6946120"/>
            <a:ext cx="800100" cy="29718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903345" y="7028920"/>
            <a:ext cx="63246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주차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4581525" y="6946120"/>
            <a:ext cx="2558415" cy="297180"/>
          </a:xfrm>
          <a:prstGeom prst="rect">
            <a:avLst/>
          </a:prstGeom>
          <a:solidFill>
            <a:srgbClr val="F2F2F2"/>
          </a:solidFill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4703445" y="7028920"/>
            <a:ext cx="23913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3A3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단원 및 수업내용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422910" y="7241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544830" y="7306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{{진도_좌_1_날짜}}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223010" y="7241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344930" y="7306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{{진도_좌_1_내용}}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781425" y="7241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3903345" y="7306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{{진도_우_1_날짜}}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581525" y="7241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4703445" y="7306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{{진도_우_1_내용}}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22910" y="7547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544830" y="7612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{{진도_좌_2_날짜}}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223010" y="7547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1344930" y="7612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{{진도_좌_2_내용}}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781425" y="7547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3903345" y="7612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{{진도_우_2_날짜}}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81525" y="7547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703445" y="7612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{{진도_우_2_내용}}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422910" y="7853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544830" y="7918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{{진도_좌_3_날짜}}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223010" y="7853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1344930" y="7918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{{진도_좌_3_내용}}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3781425" y="7853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3903345" y="7918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{{진도_우_3_날짜}}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4581525" y="7853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4703445" y="7918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{{진도_우_3_내용}}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422910" y="8159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544830" y="8224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{{진도_좌_4_날짜}}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1223010" y="8159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344930" y="8224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{{진도_좌_4_내용}}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3781425" y="8159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3903345" y="8224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{{진도_우_4_날짜}}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581525" y="8159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703445" y="8224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{{진도_우_4_내용}}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422910" y="8465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44830" y="8530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{{진도_좌_5_날짜}}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1223010" y="8465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1344930" y="8530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{{진도_좌_5_내용}}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3781425" y="8465320"/>
            <a:ext cx="800100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3903345" y="8530120"/>
            <a:ext cx="632460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{{진도_우_5_날짜}}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4581525" y="8465320"/>
            <a:ext cx="2558415" cy="306000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4703445" y="8530120"/>
            <a:ext cx="2391328" cy="22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2B2B2B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{{진도_우_5_내용}}</a:t>
            </a:r>
            <a:endParaRPr lang="en-US" sz="863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6" name="BadgePill4"/>
          <p:cNvSpPr/>
          <p:nvPr/>
        </p:nvSpPr>
        <p:spPr>
          <a:xfrm>
            <a:off x="4024800" y="306000"/>
            <a:ext cx="1188000" cy="252000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7" name="BadgeVal4"/>
          <p:cNvSpPr/>
          <p:nvPr/>
        </p:nvSpPr>
        <p:spPr>
          <a:xfrm>
            <a:off x="4150800" y="363600"/>
            <a:ext cx="972000" cy="1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{{강의형태}}</a:t>
            </a:r>
            <a:endParaRPr lang="en-US" sz="975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8" name="TbDeco"/>
          <p:cNvSpPr/>
          <p:nvPr/>
        </p:nvSpPr>
        <p:spPr>
          <a:xfrm>
            <a:off x="417600" y="4917600"/>
            <a:ext cx="39600" cy="162000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9" name="TbTitle"/>
          <p:cNvSpPr/>
          <p:nvPr/>
        </p:nvSpPr>
        <p:spPr>
          <a:xfrm>
            <a:off x="532800" y="4906800"/>
            <a:ext cx="2160000" cy="21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1616"/>
                </a:solidFill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 안내</a:t>
            </a:r>
            <a:endParaRPr lang="en-US" sz="12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0" name="TbPayBg"/>
          <p:cNvSpPr/>
          <p:nvPr/>
        </p:nvSpPr>
        <p:spPr>
          <a:xfrm>
            <a:off x="417600" y="5148000"/>
            <a:ext cx="3362400" cy="1156968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1" name="TbPayTx"/>
          <p:cNvSpPr/>
          <p:nvPr/>
        </p:nvSpPr>
        <p:spPr>
          <a:xfrm>
            <a:off x="561600" y="5435880"/>
            <a:ext cx="3074400" cy="52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spcAft>
                <a:spcPts val="400"/>
              </a:spcAft>
              <a:buNone/>
              <a:defRPr sz="1000"/>
            </a:pPr>
            <a:r>
              <a:rPr sz="900" b="1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</a:t>
            </a:r>
            <a:r>
              <a:rPr sz="900" b="1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b="1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결제</a:t>
            </a:r>
            <a:r>
              <a:rPr sz="900" b="1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b="1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방법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샘플학원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홈페이지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학생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ID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로그인</a:t>
            </a:r>
            <a:endParaRPr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→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마이페이지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→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마이샘플사이트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→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구매</a:t>
            </a:r>
            <a:endParaRPr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※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결제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확인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후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수령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가능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  ※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재원생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인증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필수</a:t>
            </a:r>
            <a:endParaRPr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※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현장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결제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불가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(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온라인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결제만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가능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)</a:t>
            </a:r>
          </a:p>
        </p:txBody>
      </p:sp>
      <p:sp>
        <p:nvSpPr>
          <p:cNvPr id="122" name="TbRecvBg"/>
          <p:cNvSpPr/>
          <p:nvPr/>
        </p:nvSpPr>
        <p:spPr>
          <a:xfrm>
            <a:off x="3780000" y="5148000"/>
            <a:ext cx="3362400" cy="1156968"/>
          </a:xfrm>
          <a:prstGeom prst="rect">
            <a:avLst/>
          </a:prstGeom>
          <a:ln w="7620">
            <a:solidFill>
              <a:srgbClr val="E2E2E2"/>
            </a:solidFill>
            <a:prstDash val="solid"/>
          </a:ln>
        </p:spPr>
        <p:txBody>
          <a:bodyPr/>
          <a:lstStyle/>
          <a:p>
            <a:endParaRPr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3" name="TbRecvTx"/>
          <p:cNvSpPr/>
          <p:nvPr/>
        </p:nvSpPr>
        <p:spPr>
          <a:xfrm>
            <a:off x="3924000" y="5380000"/>
            <a:ext cx="3074400" cy="52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spcAft>
                <a:spcPts val="400"/>
              </a:spcAft>
              <a:buNone/>
              <a:defRPr sz="1000"/>
            </a:pPr>
            <a:r>
              <a:rPr sz="900" b="1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</a:t>
            </a:r>
            <a:r>
              <a:rPr sz="900" b="1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b="1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수령</a:t>
            </a:r>
            <a:r>
              <a:rPr sz="900" b="1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b="1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방법</a:t>
            </a:r>
            <a:endParaRPr lang="en-US"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■ 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신규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: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개강일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강의실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앞 /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개강일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이후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3층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입학처</a:t>
            </a:r>
            <a:endParaRPr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■ 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기존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교재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: 3층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입학처</a:t>
            </a:r>
            <a:endParaRPr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※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미구매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시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수령</a:t>
            </a:r>
            <a:r>
              <a:rPr sz="900" dirty="0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 </a:t>
            </a:r>
            <a:r>
              <a:rPr sz="900" dirty="0" err="1">
                <a:latin typeface="페이퍼로지 5 Medium" pitchFamily="2" charset="-127"/>
                <a:ea typeface="페이퍼로지 5 Medium" pitchFamily="2" charset="-127"/>
                <a:cs typeface="Pretendard Medium" panose="02000603000000020004" pitchFamily="2" charset="-127"/>
              </a:rPr>
              <a:t>불가</a:t>
            </a:r>
            <a:endParaRPr sz="900" dirty="0">
              <a:latin typeface="페이퍼로지 5 Medium" pitchFamily="2" charset="-127"/>
              <a:ea typeface="페이퍼로지 5 Medium" pitchFamily="2" charset="-127"/>
              <a:cs typeface="Pretendard Medium" panose="02000603000000020004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</Words>
  <Application>Microsoft Office PowerPoint</Application>
  <PresentationFormat>사용자 지정</PresentationFormat>
  <Paragraphs>62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페이퍼로지 5 Medium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park jaewoo</cp:lastModifiedBy>
  <cp:revision>5</cp:revision>
  <dcterms:created xsi:type="dcterms:W3CDTF">2026-06-03T12:21:07Z</dcterms:created>
  <dcterms:modified xsi:type="dcterms:W3CDTF">2026-06-11T22:24:13Z</dcterms:modified>
</cp:coreProperties>
</file>